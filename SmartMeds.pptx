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  <p:sldId id="257" r:id="rId3"/>
    <p:sldId id="259" r:id="rId4"/>
    <p:sldId id="265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73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51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672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77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48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14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194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094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4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719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5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2637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4613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09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290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298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371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BB590C-353F-468F-9CC7-B6FCF4851572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647296-B870-45C3-B19F-2589A0338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595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  <p:sldLayoutId id="2147483833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 err="1" smtClean="0">
                <a:latin typeface="Britannic Bold" panose="020B0903060703020204" pitchFamily="34" charset="0"/>
              </a:rPr>
              <a:t>SmartMeds</a:t>
            </a:r>
            <a:endParaRPr lang="en-US" dirty="0">
              <a:latin typeface="Britannic Bold" panose="020B0903060703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 err="1" smtClean="0">
                <a:latin typeface="Britannic Bold" panose="020B0903060703020204" pitchFamily="34" charset="0"/>
              </a:rPr>
              <a:t>RuntimeTerror</a:t>
            </a:r>
            <a:endParaRPr lang="en-US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304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0700" y="901532"/>
            <a:ext cx="8610600" cy="1293028"/>
          </a:xfrm>
        </p:spPr>
        <p:txBody>
          <a:bodyPr/>
          <a:lstStyle/>
          <a:p>
            <a:pPr algn="ctr"/>
            <a:r>
              <a:rPr lang="bg-BG" b="1" dirty="0" smtClean="0">
                <a:latin typeface="Book Antiqua" panose="02040602050305030304" pitchFamily="18" charset="0"/>
              </a:rPr>
              <a:t>Проблем</a:t>
            </a:r>
            <a:endParaRPr lang="en-US" b="1" dirty="0">
              <a:latin typeface="Book Antiqua" panose="0204060205030503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1919" y="2822331"/>
            <a:ext cx="10788162" cy="342273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bg-BG" sz="2400" dirty="0" smtClean="0"/>
              <a:t>-23</a:t>
            </a:r>
            <a:r>
              <a:rPr lang="en-US" sz="2400" dirty="0" smtClean="0"/>
              <a:t>%</a:t>
            </a:r>
            <a:r>
              <a:rPr lang="bg-BG" sz="2400" dirty="0" smtClean="0"/>
              <a:t> процента от лекарствата в болниците се изхвърлят поради изтекъл срок на годност по данни от 2023 година</a:t>
            </a:r>
          </a:p>
          <a:p>
            <a:pPr marL="0" indent="0" algn="ctr">
              <a:buNone/>
            </a:pPr>
            <a:r>
              <a:rPr lang="bg-BG" sz="2400" dirty="0" smtClean="0"/>
              <a:t>-Замърсяване на околната среда</a:t>
            </a:r>
          </a:p>
          <a:p>
            <a:pPr marL="0" indent="0" algn="ctr">
              <a:buNone/>
            </a:pPr>
            <a:r>
              <a:rPr lang="bg-BG" sz="2400" dirty="0" smtClean="0"/>
              <a:t>-</a:t>
            </a:r>
            <a:r>
              <a:rPr lang="ru-RU" sz="2400" dirty="0"/>
              <a:t>Болниците харчат средства, които могат да бъдат </a:t>
            </a:r>
            <a:r>
              <a:rPr lang="ru-RU" sz="2400" dirty="0" smtClean="0"/>
              <a:t>спестени</a:t>
            </a:r>
            <a:endParaRPr lang="en-US" sz="2400" dirty="0" smtClean="0"/>
          </a:p>
          <a:p>
            <a:pPr marL="0" indent="0" algn="ctr">
              <a:buNone/>
            </a:pPr>
            <a:r>
              <a:rPr lang="ru-RU" sz="2400" dirty="0"/>
              <a:t/>
            </a:r>
            <a:br>
              <a:rPr lang="ru-RU" sz="2400" dirty="0"/>
            </a:br>
            <a:endParaRPr lang="en-US" sz="24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439" y="4609691"/>
            <a:ext cx="3298214" cy="20225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9994" y="193810"/>
            <a:ext cx="2257059" cy="2708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425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915" y="27654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bg-BG" sz="6600" b="1" dirty="0" smtClean="0"/>
              <a:t>Тук идваме ние</a:t>
            </a:r>
            <a:endParaRPr lang="en-US" sz="6600" b="1" dirty="0"/>
          </a:p>
        </p:txBody>
      </p:sp>
    </p:spTree>
    <p:extLst>
      <p:ext uri="{BB962C8B-B14F-4D97-AF65-F5344CB8AC3E}">
        <p14:creationId xmlns:p14="http://schemas.microsoft.com/office/powerpoint/2010/main" val="3657099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7766" y="2417326"/>
            <a:ext cx="8903677" cy="1293028"/>
          </a:xfrm>
        </p:spPr>
        <p:txBody>
          <a:bodyPr>
            <a:noAutofit/>
          </a:bodyPr>
          <a:lstStyle/>
          <a:p>
            <a:pPr algn="ctr"/>
            <a:r>
              <a:rPr lang="bg-BG" sz="4800" b="1" dirty="0" smtClean="0"/>
              <a:t>С ИДЕЯ, КОЯТО ДОСЕГА НЕ Е СЪЗДАВАНА</a:t>
            </a:r>
            <a:endParaRPr lang="en-US" sz="48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8061" y="3771900"/>
            <a:ext cx="2923085" cy="2801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405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6816" y="2804746"/>
            <a:ext cx="10788162" cy="2244562"/>
          </a:xfrm>
        </p:spPr>
        <p:txBody>
          <a:bodyPr/>
          <a:lstStyle/>
          <a:p>
            <a:pPr algn="ctr">
              <a:buFont typeface="Wingdings" panose="05000000000000000000" pitchFamily="2" charset="2"/>
              <a:buChar char="§"/>
            </a:pPr>
            <a:r>
              <a:rPr lang="bg-BG" dirty="0" smtClean="0">
                <a:latin typeface="Century Gothic" panose="020B0502020202020204" pitchFamily="34" charset="0"/>
                <a:cs typeface="Cascadia Code SemiBold" panose="020B0609020000020004" pitchFamily="49" charset="0"/>
              </a:rPr>
              <a:t>Чрез </a:t>
            </a:r>
            <a:r>
              <a:rPr lang="en-US" dirty="0" err="1" smtClean="0">
                <a:latin typeface="Century Gothic" panose="020B0502020202020204" pitchFamily="34" charset="0"/>
                <a:cs typeface="Cascadia Code SemiBold" panose="020B0609020000020004" pitchFamily="49" charset="0"/>
              </a:rPr>
              <a:t>SmartMeds</a:t>
            </a:r>
            <a:r>
              <a:rPr lang="bg-BG" dirty="0" smtClean="0">
                <a:latin typeface="Century Gothic" panose="020B0502020202020204" pitchFamily="34" charset="0"/>
                <a:cs typeface="Cascadia Code SemiBold" panose="020B0609020000020004" pitchFamily="49" charset="0"/>
              </a:rPr>
              <a:t> болниците могат да следят сроковете на годност в целия си инвентар</a:t>
            </a:r>
            <a:endParaRPr lang="en-US" dirty="0" smtClean="0">
              <a:latin typeface="Century Gothic" panose="020B0502020202020204" pitchFamily="34" charset="0"/>
              <a:cs typeface="Cascadia Code SemiBold" panose="020B0609020000020004" pitchFamily="49" charset="0"/>
            </a:endParaRP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dirty="0">
                <a:latin typeface="Century Gothic" panose="020B0502020202020204" pitchFamily="34" charset="0"/>
                <a:cs typeface="Cascadia Code SemiBold" panose="020B0609020000020004" pitchFamily="49" charset="0"/>
              </a:rPr>
              <a:t>Д</a:t>
            </a:r>
            <a:r>
              <a:rPr lang="bg-BG" dirty="0" smtClean="0">
                <a:latin typeface="Century Gothic" panose="020B0502020202020204" pitchFamily="34" charset="0"/>
                <a:cs typeface="Cascadia Code SemiBold" panose="020B0609020000020004" pitchFamily="49" charset="0"/>
              </a:rPr>
              <a:t>обавянето на нови партиди е лесно само със сканира на баркода</a:t>
            </a: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dirty="0" smtClean="0">
                <a:latin typeface="Century Gothic" panose="020B0502020202020204" pitchFamily="34" charset="0"/>
                <a:cs typeface="Cascadia Code SemiBold" panose="020B0609020000020004" pitchFamily="49" charset="0"/>
              </a:rPr>
              <a:t>Получавайте автоматично известие 3 месеца преди изтичане на срока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283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707" y="28445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smtClean="0"/>
              <a:t>AND THE BEST OF ALL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399139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138" y="2523393"/>
            <a:ext cx="10981592" cy="251712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bg-BG" sz="2400" dirty="0" smtClean="0"/>
              <a:t>Чрез нашата система може да обявите тези лекарства до болници в същия регион, които имат недостиг от това лекарство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79" y="3751574"/>
            <a:ext cx="4034497" cy="257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85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4237" y="3090740"/>
            <a:ext cx="10767646" cy="1325563"/>
          </a:xfrm>
        </p:spPr>
        <p:txBody>
          <a:bodyPr>
            <a:noAutofit/>
          </a:bodyPr>
          <a:lstStyle/>
          <a:p>
            <a:pPr algn="ctr"/>
            <a:r>
              <a:rPr lang="bg-BG" sz="6600" b="1" dirty="0" smtClean="0"/>
              <a:t>КАКВИ СА ПОЛЗИТЕ ОТ ТОВА</a:t>
            </a:r>
            <a:r>
              <a:rPr lang="bg-BG" sz="6600" b="1" dirty="0"/>
              <a:t>?</a:t>
            </a:r>
            <a:endParaRPr lang="en-US" sz="6600" b="1" dirty="0"/>
          </a:p>
        </p:txBody>
      </p:sp>
    </p:spTree>
    <p:extLst>
      <p:ext uri="{BB962C8B-B14F-4D97-AF65-F5344CB8AC3E}">
        <p14:creationId xmlns:p14="http://schemas.microsoft.com/office/powerpoint/2010/main" val="1234824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4931" y="3094893"/>
            <a:ext cx="10964008" cy="2719347"/>
          </a:xfrm>
        </p:spPr>
        <p:txBody>
          <a:bodyPr>
            <a:normAutofit/>
          </a:bodyPr>
          <a:lstStyle/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 smtClean="0"/>
              <a:t>Спестяване на милиони левове за болниците</a:t>
            </a: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 smtClean="0"/>
              <a:t>Ненужно изхвърляне на лекарства</a:t>
            </a:r>
          </a:p>
          <a:p>
            <a:pPr algn="ctr">
              <a:buFont typeface="Wingdings" panose="05000000000000000000" pitchFamily="2" charset="2"/>
              <a:buChar char="§"/>
            </a:pPr>
            <a:r>
              <a:rPr lang="bg-BG" sz="2400" dirty="0" smtClean="0"/>
              <a:t>Опазване на околната среда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9581" y="0"/>
            <a:ext cx="4951535" cy="330102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67" y="4111463"/>
            <a:ext cx="2466610" cy="246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23757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133</TotalTime>
  <Words>127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Book Antiqua</vt:lpstr>
      <vt:lpstr>Britannic Bold</vt:lpstr>
      <vt:lpstr>Cascadia Code SemiBold</vt:lpstr>
      <vt:lpstr>Century Gothic</vt:lpstr>
      <vt:lpstr>Wingdings</vt:lpstr>
      <vt:lpstr>Vapor Trail</vt:lpstr>
      <vt:lpstr>SmartMeds</vt:lpstr>
      <vt:lpstr>Проблем</vt:lpstr>
      <vt:lpstr>Тук идваме ние</vt:lpstr>
      <vt:lpstr>С ИДЕЯ, КОЯТО ДОСЕГА НЕ Е СЪЗДАВАНА</vt:lpstr>
      <vt:lpstr>PowerPoint Presentation</vt:lpstr>
      <vt:lpstr>AND THE BEST OF ALL</vt:lpstr>
      <vt:lpstr>PowerPoint Presentation</vt:lpstr>
      <vt:lpstr>КАКВИ СА ПОЛЗИТЕ ОТ ТОВА?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SmartMeds</dc:title>
  <dc:creator>Sisi</dc:creator>
  <cp:lastModifiedBy>Sisi</cp:lastModifiedBy>
  <cp:revision>8</cp:revision>
  <dcterms:created xsi:type="dcterms:W3CDTF">2025-11-30T07:28:17Z</dcterms:created>
  <dcterms:modified xsi:type="dcterms:W3CDTF">2025-11-30T09:41:17Z</dcterms:modified>
</cp:coreProperties>
</file>